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50800" cap="flat">
              <a:solidFill>
                <a:srgbClr val="0052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52A3"/>
              </a:solidFill>
              <a:ln w="9525" cap="flat">
                <a:solidFill>
                  <a:srgbClr val="0052A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52A3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10%</c:v>
                </c:pt>
                <c:pt idx="1">
                  <c:v>25%</c:v>
                </c:pt>
                <c:pt idx="2">
                  <c:v>50%</c:v>
                </c:pt>
                <c:pt idx="3">
                  <c:v>75%</c:v>
                </c:pt>
                <c:pt idx="4">
                  <c:v>100%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91.9</c:v>
                </c:pt>
                <c:pt idx="1">
                  <c:v>94.4</c:v>
                </c:pt>
                <c:pt idx="2">
                  <c:v>95.7</c:v>
                </c:pt>
                <c:pt idx="3">
                  <c:v>96.8</c:v>
                </c:pt>
                <c:pt idx="4">
                  <c:v>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F30-47D0-BC3F-163F155A7E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64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"/>
          <c:min val="9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64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Picture 1">
          <a:extLst xmlns:a="http://schemas.openxmlformats.org/drawingml/2006/main">
            <a:ext uri="{FF2B5EF4-FFF2-40B4-BE49-F238E27FC236}">
              <a16:creationId xmlns:a16="http://schemas.microsoft.com/office/drawing/2014/main" id="{434C9011-F82A-D5D2-BE88-4329F1A4ECB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0800" y="50800"/>
          <a:ext cx="4572000" cy="285750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0CB27C16-124C-3712-3AA5-7BEB82E72F2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0800" y="50800"/>
          <a:ext cx="4572000" cy="28575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1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2743200" cy="2743200"/>
          </a:xfrm>
          <a:prstGeom prst="ellipse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2743200" cy="2743200"/>
          </a:xfrm>
          <a:prstGeom prst="ellipse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1450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52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PRODUCE FRESHNESS</a:t>
            </a:r>
            <a:r>
              <a:rPr lang="en-US" sz="2600" b="1" dirty="0">
                <a:solidFill>
                  <a:srgbClr val="0052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CLASSIFICATION</a:t>
            </a:r>
            <a:endParaRPr lang="en-US" sz="2600" b="1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to Reduce Food Waste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University | AIPI 590 |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0" y="731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0" y="1280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⅓ of food produced globally is wasted annually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subjective and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inspectors vary by fatigue and lighting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Automated, objective, scalable 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0" y="3474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Fresh vs. Rotten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produce types with single unified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accuracy (&gt;95%)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&amp;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71,318 total images across 13 produce types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66.4% Fresh, 33.6% Rotten (2:1 imbalance)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 train/val/test split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224×224, ImageNet normalized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Strategy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Head-only training (5 epochs)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Full fine-tuning (up to 15 epochs)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sampling + weighted loss for imbalance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flips, rotation, color jitter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52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82880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08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560320" cy="1828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Features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Random Forest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2560320" cy="182880"/>
          </a:xfrm>
          <a:prstGeom prst="rect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52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4008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71,318 images | 13 produce types | 2-phase transfer learning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3101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21MB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640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Efficiency</a:t>
            </a:r>
            <a:endParaRPr lang="en-US" sz="22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448247688"/>
              </p:ext>
            </p:extLst>
          </p:nvPr>
        </p:nvGraphicFramePr>
        <p:xfrm>
          <a:off x="5303520" y="1188720"/>
          <a:ext cx="3383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5303520" y="3657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highly effective (91.9% with 10% data)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bias ideal for food safety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edge deployment (5.3M params)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2743200" cy="2743200"/>
          </a:xfrm>
          <a:prstGeom prst="ellipse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2743200" cy="2743200"/>
          </a:xfrm>
          <a:prstGeom prst="ellipse">
            <a:avLst/>
          </a:prstGeom>
          <a:solidFill>
            <a:srgbClr val="005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52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Classification in Action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[Switch to notebook for interactive demo]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245</Words>
  <Application>Microsoft Office PowerPoint</Application>
  <PresentationFormat>On-screen Show (16:9)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Produce Freshness Classification</dc:title>
  <dc:subject>PptxGenJS Presentation</dc:subject>
  <dc:creator>Duke AIPI 590 Team</dc:creator>
  <cp:lastModifiedBy>Danny Ross</cp:lastModifiedBy>
  <cp:revision>3</cp:revision>
  <dcterms:created xsi:type="dcterms:W3CDTF">2026-02-10T00:44:08Z</dcterms:created>
  <dcterms:modified xsi:type="dcterms:W3CDTF">2026-02-10T03:43:00Z</dcterms:modified>
</cp:coreProperties>
</file>